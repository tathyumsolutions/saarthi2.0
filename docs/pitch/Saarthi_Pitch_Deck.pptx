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2377440" cy="23774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94183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SAARTHI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Intelligence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 anything. Get answers instantly.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  ·   MULTI-AGENT   ·   ENTERPRISE-GRADE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data is everywhere.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is not.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6974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833" y="2868473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silos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42062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live across SQL databases, SAP, and a dozen disconnected tools — nobody has the full picture.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23317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26974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873" y="286847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SQL bottleneck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709160" y="42062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routes through an analyst or engineer. Simple questions wait days for a query.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23317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03920" y="26974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913" y="286847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dashboards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58200" y="42062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 answer the questions they were built for — and nothing you didn't think to ask in advance.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isn't the data. It's the distance between a question and its answer.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Saarthi — your AI data analyst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layer that sits on top of every database and data source you already have — no migration, no new dashboards to build.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58088" y="283464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63928" y="3108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862" y="326989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5248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English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40968" y="4297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region underperformed on revenue this quarter?”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01288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724248" y="283464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30088" y="3108960"/>
            <a:ext cx="731520" cy="7315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022" y="326989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61408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Saarthi's AI agents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07128" y="4297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schema, write &amp; validate SQL, run it safely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467448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290408" y="283464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296248" y="3108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7182" y="326989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27568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+ visualization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473288" y="4297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answer, chart, and the SQL behind it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OpenAI, Anthropic, or Azure OpenAI — bring the LLM you already trust.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single prompt. A multi-agent pipeline.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passes through specialized agents that check and correct each other — built for accuracy, not just autocomplete.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98168" y="3246120"/>
            <a:ext cx="85953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95248" y="2743200"/>
            <a:ext cx="1005840" cy="10058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708" y="29946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532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6608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Sense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6608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intent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44088" y="2743200"/>
            <a:ext cx="1005840" cy="10058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48" y="29946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8416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95448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Generator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95448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query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92928" y="2743200"/>
            <a:ext cx="1005840" cy="10058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29946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300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44288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44288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correctness &amp; safety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741768" y="2743200"/>
            <a:ext cx="1005840" cy="10058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228" y="29946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8184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193128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Diagnosis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193128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Self-corrects failures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890608" y="2743200"/>
            <a:ext cx="1005840" cy="10058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2068" y="299466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3068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341968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&amp; Viz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341968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&amp; charts results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LangGraph — a stateful, auditable agent workflow, not a black box.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data-driven enterprise needs, in one platform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18223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connectivity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SQL databases, SAP, and external systems — one interface for all of them.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916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18223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interface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7200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Streamed, chain-of-thought chat sessions — see how the answer was reasoned, not just the result.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0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0" y="16916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18223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insights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2960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narrative insights and chart recommendations from every query result.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" y="438271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Bring-your-own LLM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14400" y="5303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OpenAI, Anthropic, and Azure OpenAI per workspace — no lock-in.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297680" y="3977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0" y="4251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759" y="438271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 &amp; role control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72000" y="5303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Editor, Analyst, and Viewer roles with workspace-level permission boundaries.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955280" y="3977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29" name="Shape 22"/>
          <p:cNvSpPr/>
          <p:nvPr/>
        </p:nvSpPr>
        <p:spPr>
          <a:xfrm>
            <a:off x="8229600" y="4251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359" y="438271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9600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&amp; reporting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229600" y="5303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results to CSV or Excel, save queries, and generate shareable analytics reports.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enterprise, not just the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governance are part of the architecture, not an afterthought.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468880"/>
            <a:ext cx="822960" cy="8229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130" y="26663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configurable expiry and refresh tokens.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2468880"/>
            <a:ext cx="822960" cy="8229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26663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03320" y="3931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Editor, Analyst, Viewer roles enforced at the workspace level.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2468880"/>
            <a:ext cx="822960" cy="8229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410" y="26663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37960" y="3931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credentials and API keys encrypted at rest.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400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2468880"/>
            <a:ext cx="822960" cy="8229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3050" y="266639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72600" y="3931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SQL-injection prevention, input validation, and full audit logging.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teams outgrow traditional BI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66360" cy="45720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6355080" y="1554480"/>
            <a:ext cx="516636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BI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720840" y="1874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Saarthi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434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dashboards answer only the questions someone anticipated</a:t>
            </a:r>
            <a:endParaRPr lang="en-US" sz="135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questions mean a ticket to an analyst or engineer</a:t>
            </a:r>
            <a:endParaRPr lang="en-US" sz="135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source needs its own tool and connector</a:t>
            </a:r>
            <a:endParaRPr lang="en-US" sz="135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static snapshots, refreshed on a schedule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20840" y="2560320"/>
            <a:ext cx="4434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question, in plain language, anytime</a:t>
            </a:r>
            <a:endParaRPr lang="en-US" sz="135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SQL, no ticket — self-serve for every team</a:t>
            </a:r>
            <a:endParaRPr lang="en-US" sz="135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conversational layer across all your data sources</a:t>
            </a:r>
            <a:endParaRPr lang="en-US" sz="135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answers, generated the moment you ask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everyone can 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answer — no waiting on an analyst's queue.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40233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and data source, unified behind a single conversation.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40233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ops, and sales get direct access — not just the data team.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work across the business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7510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5819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FP&amp;A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80560" y="158191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queries directly against ERP/SAP and financial data — no waiting for the monthly report.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80263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6334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480560" y="263347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reporting across the tools operations already runs 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7033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85419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685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RevOps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480560" y="368503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performance, and forecast questions answered in the flow of work.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490575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736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&amp; data teams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480560" y="473659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ad hoc report requests, governed access, and a full audit trail.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5638648" y="100584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1887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bring conversational intelligence</a:t>
            </a:r>
            <a:endParaRPr lang="en-US" sz="30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your data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801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Saarthi answer real questions against your own data — no slide decks required.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15688" y="429768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4815688" y="4297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Tathyum Solutions   ·   tathyum.com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2026-08-22T18:54:20Z</dcterms:created>
  <dcterms:modified xsi:type="dcterms:W3CDTF">2026-08-22T18:54:20Z</dcterms:modified>
</cp:coreProperties>
</file>